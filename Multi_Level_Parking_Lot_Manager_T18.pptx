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3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4815"/>
            <a:ext cx="9144000" cy="2387600"/>
          </a:xfrm>
        </p:spPr>
        <p:txBody>
          <a:bodyPr/>
          <a:lstStyle/>
          <a:p>
            <a:r>
              <a:rPr sz="3000" b="1" dirty="0">
                <a:solidFill>
                  <a:srgbClr val="142B48"/>
                </a:solidFill>
              </a:rPr>
              <a:t>MULTI-LEVEL PARKING LOT MANAGER</a:t>
            </a:r>
          </a:p>
          <a:p>
            <a:r>
              <a:rPr sz="3000" b="1" dirty="0">
                <a:solidFill>
                  <a:srgbClr val="142B48"/>
                </a:solidFill>
              </a:rPr>
              <a:t>Team No: </a:t>
            </a:r>
            <a:r>
              <a:rPr lang="en-IN" sz="3000" b="1" dirty="0">
                <a:solidFill>
                  <a:srgbClr val="142B48"/>
                </a:solidFill>
              </a:rPr>
              <a:t>18</a:t>
            </a:r>
            <a:endParaRPr sz="3000" b="1" dirty="0">
              <a:solidFill>
                <a:srgbClr val="142B48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625213" y="6030119"/>
            <a:ext cx="9144000" cy="1655762"/>
          </a:xfrm>
        </p:spPr>
        <p:txBody>
          <a:bodyPr/>
          <a:lstStyle/>
          <a:p>
            <a:r>
              <a:rPr lang="en-IN" sz="2200" dirty="0">
                <a:solidFill>
                  <a:srgbClr val="2D3741"/>
                </a:solidFill>
              </a:rPr>
              <a:t>By: </a:t>
            </a:r>
            <a:r>
              <a:rPr sz="2200" dirty="0">
                <a:solidFill>
                  <a:srgbClr val="2D3741"/>
                </a:solidFill>
              </a:rPr>
              <a:t>Anagha N K    2620030244</a:t>
            </a:r>
          </a:p>
          <a:p>
            <a:r>
              <a:rPr lang="en-IN" sz="2200" dirty="0">
                <a:solidFill>
                  <a:srgbClr val="2D3741"/>
                </a:solidFill>
              </a:rPr>
              <a:t>                 </a:t>
            </a:r>
            <a:r>
              <a:rPr sz="2200" dirty="0">
                <a:solidFill>
                  <a:srgbClr val="2D3741"/>
                </a:solidFill>
              </a:rPr>
              <a:t>Nandhini </a:t>
            </a:r>
            <a:r>
              <a:rPr sz="2200" dirty="0" err="1">
                <a:solidFill>
                  <a:srgbClr val="2D3741"/>
                </a:solidFill>
              </a:rPr>
              <a:t>Saikam</a:t>
            </a:r>
            <a:r>
              <a:rPr sz="2200" dirty="0">
                <a:solidFill>
                  <a:srgbClr val="2D3741"/>
                </a:solidFill>
              </a:rPr>
              <a:t>    2620030347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Aptos Display"/>
              </a:rPr>
              <a:t>Abstract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10149840" cy="4434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741"/>
                </a:solidFill>
              </a:defRPr>
            </a:pPr>
            <a:r>
              <a:t>The Multi-Level Parking Lot Manager is a menu-driven Java program that helps manage vehicle parking across multiple levels. The model contains 3 levels with 5 slots per level. Users can park a vehicle, view available and occupied slots, search vehicle details, and remove a vehicle when it leaves. Java fundamentals, control flow, methods, arrays, classes, strings, file handling, collections, and streams are connected to the six course modules.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Aptos Display"/>
              </a:rPr>
              <a:t>Understanding Problem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10149840" cy="4434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Problem: manually tracking vehicles and free spaces across several parking levels can be confusing.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Objective: represent parking spaces clearly and update their status whenever a vehicle enters or leaves.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Inputs: menu choice, vehicle number, vehicle type, level and slot selection.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Processing: validate input, check availability, store vehicle details, search records and update the parking layout.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Output: parking confirmation, occupied/free slot status, search result or a helpful error message.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Assumption: 3 levels × 5 slots = 15 parking spaces.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Aptos Display"/>
              </a:rPr>
              <a:t>CO 1 — From Problem to Program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10149840" cy="4434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Computational thinking: split the task into Park, Remove, Display and Search operations.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Algorithm: read the user choice → validate it → perform the selected operation → display the result.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Java structure: class declaration, main() method and statements.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Variables and data types: int for level/slot, String for vehicle number/type, boolean for slot status.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Operators: arithmetic for slot indexing; relational/logical operators for validation.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Console I/O: Scanner reads menu choices and vehicle details; println() displays results.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Aptos Display"/>
              </a:rPr>
              <a:t>CO 2 — Control Flow: Selection &amp;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10149840" cy="4434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Menu-driven selection uses switch to choose Park, Remove, Display, Search or Exit.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if / if-else checks whether a level and slot are valid and whether a slot is free.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for loops visit each level and slot when displaying the parking layout.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Nested loops represent the 2D parking structure: 3 levels and 5 slots per level.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while / do-while can keep the menu running until the user selects Exit.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break ends a menu case; continue can skip invalid or already occupied slots.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Aptos Display"/>
              </a:rPr>
              <a:t>CO 3 — Methods, Recursion &amp; Arrays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10149840" cy="4434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2D array: int[][] parking = new int[3][5] stores slot status (0 = free, 1 = occupied).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Object array: Vehicle[][] vehicles stores vehicle details for each level and slot.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Methods: parkVehicle(), removeVehicle(), displayParking() and searchVehicle() keep tasks modular.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Array traversal checks every slot; counting gives the total number of free spaces.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Searching compares a vehicle number against stored records.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The project uses iterative processing; recursion is not required for the current parking workflow.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Aptos Display"/>
              </a:rPr>
              <a:t>CO 4 — Object-Oriented Design &amp; Exceptions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10149840" cy="4434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Vehicle class models a vehicle using fields such as vehicleNumber, vehicleType, level, slot and hours.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ParkingManager class manages the parking arrays and operations.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Constructors initialize vehicle details; this refers to the current object.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Encapsulation: keep fields private and access them through methods where appropriate.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Method overriding / interfaces can be added for different vehicle categories if needed.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try-catch handles invalid numeric input; validation prevents invalid levels, slots and duplicate parking.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Aptos Display"/>
              </a:rPr>
              <a:t>CO 5 — Strings, Algorithms &amp; File I/O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10149840" cy="4434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String stores vehicle numbers and types; trim() removes extra spaces and equalsIgnoreCase() compares types.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Validation checks that the vehicle number is not empty before parking.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Searching scans stored vehicles to find a matching vehicle number.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Arrays.sort() or Comparator can be used to order vehicle numbers for a report.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File I/O extension: save parking records to a text file and load them when the program starts.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try-with-resources helps close file readers and writers safely.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Aptos Display"/>
              </a:rPr>
              <a:t>CO 6 — Collections, Lambdas &amp; Streams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10149840" cy="4434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ArrayList&lt;Vehicle&gt; can hold a flexible list of parked vehicles for reporting.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HashMap&lt;String, Vehicle&gt; can map each vehicle number to its vehicle record for quick lookup.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HashSet&lt;String&gt; can help detect duplicate vehicle numbers.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for-each loops can iterate through all parked vehicles.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Streams can filter vehicles by type, sort records, count parked vehicles and generate summaries.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Example: vehicles.stream().filter(v -&gt; v.getVehicleType().equalsIgnoreCase("Car")).count()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Aptos Display"/>
              </a:rPr>
              <a:t>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10149840" cy="4434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The project applies Java to a familiar real-world parking problem.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A 2D array models the levels and slots, while classes represent vehicles and parking operations.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Selection and loops control the menu and validate parking actions.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Methods make the program easier to read, test and maintain.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Strings, file I/O, collections and streams provide clear pathways for storing and reporting parking data.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Future improvements: graphical interface, real-time sensors, ticket generation and fee calculation.</a:t>
            </a:r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>
                <a:latin typeface="Aptos Display"/>
              </a:rPr>
              <a:t>Screen Shots</a:t>
            </a:r>
            <a:r>
              <a:rPr lang="en-IN" sz="3000" b="1" dirty="0">
                <a:latin typeface="Aptos Display"/>
              </a:rPr>
              <a:t>:</a:t>
            </a:r>
            <a:endParaRPr sz="3000" b="1" dirty="0">
              <a:latin typeface="Aptos Display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pic>
        <p:nvPicPr>
          <p:cNvPr id="6" name="Picture 5" descr="parking_cod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486400" cy="3063240"/>
          </a:xfrm>
          <a:prstGeom prst="rect">
            <a:avLst/>
          </a:prstGeom>
        </p:spPr>
      </p:pic>
      <p:pic>
        <p:nvPicPr>
          <p:cNvPr id="7" name="Picture 6" descr="parking_output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349240" cy="3063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553712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8791"/>
                </a:solidFill>
              </a:rPr>
              <a:t>Code structure: Vehicle class, arrays and traversal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4553712"/>
            <a:ext cx="5349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8791"/>
                </a:solidFill>
              </a:rPr>
              <a:t>Sample output: parking status and confirmation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1014984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D3741"/>
                </a:solidFill>
              </a:defRPr>
            </a:pPr>
            <a:r>
              <a:t>Note: replace these illustrative screenshots with screenshots captured from your final compiled and tested Java program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Aptos Display"/>
              </a:rPr>
              <a:t>Geo-Tag Photo &amp; GitHub Link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300443" y="2828063"/>
            <a:ext cx="4942676" cy="3078667"/>
          </a:xfrm>
          <a:prstGeom prst="rect">
            <a:avLst/>
          </a:prstGeom>
          <a:solidFill>
            <a:srgbClr val="F0F5F8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b="1" dirty="0">
              <a:solidFill>
                <a:srgbClr val="142B4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40569" y="1502500"/>
            <a:ext cx="6567457" cy="914400"/>
          </a:xfrm>
          <a:prstGeom prst="rect">
            <a:avLst/>
          </a:prstGeom>
          <a:solidFill>
            <a:srgbClr val="F0F5F8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rgbClr val="142B48"/>
                </a:solidFill>
              </a:rPr>
              <a:t>https://github.com/anaghakuruvinkopp/KLH_CSE_PSPJAVA_T18_MLPLM_TEAM</a:t>
            </a:r>
            <a:endParaRPr sz="1400" b="1" dirty="0">
              <a:solidFill>
                <a:srgbClr val="142B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969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MULTI-LEVEL PARKING LOT MANAGER Team No: 18</vt:lpstr>
      <vt:lpstr>Abstract</vt:lpstr>
      <vt:lpstr>Understanding Problem Statement</vt:lpstr>
      <vt:lpstr>CO 1 — From Problem to Program</vt:lpstr>
      <vt:lpstr>CO 2 — Control Flow: Selection &amp; Iteration</vt:lpstr>
      <vt:lpstr>CO 3 — Methods, Recursion &amp; Arrays</vt:lpstr>
      <vt:lpstr>CO 4 — Object-Oriented Design &amp; Exceptions</vt:lpstr>
      <vt:lpstr>CO 5 — Strings, Algorithms &amp; File I/O</vt:lpstr>
      <vt:lpstr>CO 6 — Collections, Lambdas &amp; Streams</vt:lpstr>
      <vt:lpstr>Conclusion</vt:lpstr>
      <vt:lpstr>Screen Shots:</vt:lpstr>
      <vt:lpstr>Geo-Tag Photo &amp; GitHub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Anagha Kuruvinkopp</cp:lastModifiedBy>
  <cp:revision>6</cp:revision>
  <dcterms:created xsi:type="dcterms:W3CDTF">2026-09-15T09:57:10Z</dcterms:created>
  <dcterms:modified xsi:type="dcterms:W3CDTF">2026-10-16T04:42:35Z</dcterms:modified>
</cp:coreProperties>
</file>