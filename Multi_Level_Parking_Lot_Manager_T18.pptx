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1" r:id="rId4"/>
    <p:sldId id="258" r:id="rId5"/>
    <p:sldId id="259" r:id="rId6"/>
    <p:sldId id="260" r:id="rId7"/>
    <p:sldId id="263" r:id="rId8"/>
    <p:sldId id="264" r:id="rId9"/>
    <p:sldId id="265" r:id="rId10"/>
    <p:sldId id="266" r:id="rId11"/>
    <p:sldId id="267" r:id="rId12"/>
    <p:sldId id="26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80BE3C-B0B0-4CFB-816B-712D973A64E0}" v="3" dt="2026-09-15T10:05:24.2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SP MADHURI" userId="d5baabbced009fe2" providerId="LiveId" clId="{5C1935DC-7BAA-4BFD-8AE9-FAF66D151093}"/>
    <pc:docChg chg="undo custSel addSld modSld sldOrd">
      <pc:chgData name="TSP MADHURI" userId="d5baabbced009fe2" providerId="LiveId" clId="{5C1935DC-7BAA-4BFD-8AE9-FAF66D151093}" dt="2026-09-15T10:01:58.231" v="188" actId="22"/>
      <pc:docMkLst>
        <pc:docMk/>
      </pc:docMkLst>
      <pc:sldChg chg="addSp delSp modSp mod">
        <pc:chgData name="TSP MADHURI" userId="d5baabbced009fe2" providerId="LiveId" clId="{5C1935DC-7BAA-4BFD-8AE9-FAF66D151093}" dt="2026-09-15T10:01:58.231" v="188" actId="22"/>
        <pc:sldMkLst>
          <pc:docMk/>
          <pc:sldMk cId="1570750093" sldId="256"/>
        </pc:sldMkLst>
        <pc:spChg chg="mod">
          <ac:chgData name="TSP MADHURI" userId="d5baabbced009fe2" providerId="LiveId" clId="{5C1935DC-7BAA-4BFD-8AE9-FAF66D151093}" dt="2026-09-15T09:58:58.254" v="62" actId="20577"/>
          <ac:spMkLst>
            <pc:docMk/>
            <pc:sldMk cId="1570750093" sldId="256"/>
            <ac:spMk id="2" creationId="{81C0CCFF-527E-4AC9-A45F-A8196F49E0C3}"/>
          </ac:spMkLst>
        </pc:spChg>
        <pc:spChg chg="mod">
          <ac:chgData name="TSP MADHURI" userId="d5baabbced009fe2" providerId="LiveId" clId="{5C1935DC-7BAA-4BFD-8AE9-FAF66D151093}" dt="2026-09-15T09:59:08.667" v="65"/>
          <ac:spMkLst>
            <pc:docMk/>
            <pc:sldMk cId="1570750093" sldId="256"/>
            <ac:spMk id="3" creationId="{A452AC95-AA7D-A76A-037F-6B2DB5A27E48}"/>
          </ac:spMkLst>
        </pc:spChg>
        <pc:spChg chg="add del">
          <ac:chgData name="TSP MADHURI" userId="d5baabbced009fe2" providerId="LiveId" clId="{5C1935DC-7BAA-4BFD-8AE9-FAF66D151093}" dt="2026-09-15T09:58:23.995" v="1" actId="22"/>
          <ac:spMkLst>
            <pc:docMk/>
            <pc:sldMk cId="1570750093" sldId="256"/>
            <ac:spMk id="5" creationId="{16E58A68-9A46-73D5-6ACA-6EBDA713DE38}"/>
          </ac:spMkLst>
        </pc:spChg>
        <pc:spChg chg="add del mod">
          <ac:chgData name="TSP MADHURI" userId="d5baabbced009fe2" providerId="LiveId" clId="{5C1935DC-7BAA-4BFD-8AE9-FAF66D151093}" dt="2026-09-15T10:01:58.231" v="188" actId="22"/>
          <ac:spMkLst>
            <pc:docMk/>
            <pc:sldMk cId="1570750093" sldId="256"/>
            <ac:spMk id="7" creationId="{195ACB3F-808A-0A7A-B8BD-A70C42ECC1E5}"/>
          </ac:spMkLst>
        </pc:spChg>
      </pc:sldChg>
      <pc:sldChg chg="modSp new mod">
        <pc:chgData name="TSP MADHURI" userId="d5baabbced009fe2" providerId="LiveId" clId="{5C1935DC-7BAA-4BFD-8AE9-FAF66D151093}" dt="2026-09-15T09:59:16.247" v="74" actId="20577"/>
        <pc:sldMkLst>
          <pc:docMk/>
          <pc:sldMk cId="676338040" sldId="257"/>
        </pc:sldMkLst>
        <pc:spChg chg="mod">
          <ac:chgData name="TSP MADHURI" userId="d5baabbced009fe2" providerId="LiveId" clId="{5C1935DC-7BAA-4BFD-8AE9-FAF66D151093}" dt="2026-09-15T09:59:16.247" v="74" actId="20577"/>
          <ac:spMkLst>
            <pc:docMk/>
            <pc:sldMk cId="676338040" sldId="257"/>
            <ac:spMk id="2" creationId="{EDE71AF3-F02C-0F4C-0929-57F8B753540D}"/>
          </ac:spMkLst>
        </pc:spChg>
      </pc:sldChg>
      <pc:sldChg chg="modSp new mod">
        <pc:chgData name="TSP MADHURI" userId="d5baabbced009fe2" providerId="LiveId" clId="{5C1935DC-7BAA-4BFD-8AE9-FAF66D151093}" dt="2026-09-15T09:59:25.529" v="86" actId="20577"/>
        <pc:sldMkLst>
          <pc:docMk/>
          <pc:sldMk cId="4104242747" sldId="258"/>
        </pc:sldMkLst>
        <pc:spChg chg="mod">
          <ac:chgData name="TSP MADHURI" userId="d5baabbced009fe2" providerId="LiveId" clId="{5C1935DC-7BAA-4BFD-8AE9-FAF66D151093}" dt="2026-09-15T09:59:25.529" v="86" actId="20577"/>
          <ac:spMkLst>
            <pc:docMk/>
            <pc:sldMk cId="4104242747" sldId="258"/>
            <ac:spMk id="2" creationId="{8E154CC5-4FD5-611A-4481-E878E281E2CD}"/>
          </ac:spMkLst>
        </pc:spChg>
      </pc:sldChg>
      <pc:sldChg chg="modSp new mod">
        <pc:chgData name="TSP MADHURI" userId="d5baabbced009fe2" providerId="LiveId" clId="{5C1935DC-7BAA-4BFD-8AE9-FAF66D151093}" dt="2026-09-15T09:59:36.234" v="101" actId="20577"/>
        <pc:sldMkLst>
          <pc:docMk/>
          <pc:sldMk cId="4178111765" sldId="259"/>
        </pc:sldMkLst>
        <pc:spChg chg="mod">
          <ac:chgData name="TSP MADHURI" userId="d5baabbced009fe2" providerId="LiveId" clId="{5C1935DC-7BAA-4BFD-8AE9-FAF66D151093}" dt="2026-09-15T09:59:36.234" v="101" actId="20577"/>
          <ac:spMkLst>
            <pc:docMk/>
            <pc:sldMk cId="4178111765" sldId="259"/>
            <ac:spMk id="2" creationId="{3954FDF4-A21D-11D6-CA7A-382058E2F499}"/>
          </ac:spMkLst>
        </pc:spChg>
      </pc:sldChg>
      <pc:sldChg chg="modSp new mod">
        <pc:chgData name="TSP MADHURI" userId="d5baabbced009fe2" providerId="LiveId" clId="{5C1935DC-7BAA-4BFD-8AE9-FAF66D151093}" dt="2026-09-15T09:59:46.562" v="113" actId="20577"/>
        <pc:sldMkLst>
          <pc:docMk/>
          <pc:sldMk cId="1869875426" sldId="260"/>
        </pc:sldMkLst>
        <pc:spChg chg="mod">
          <ac:chgData name="TSP MADHURI" userId="d5baabbced009fe2" providerId="LiveId" clId="{5C1935DC-7BAA-4BFD-8AE9-FAF66D151093}" dt="2026-09-15T09:59:46.562" v="113" actId="20577"/>
          <ac:spMkLst>
            <pc:docMk/>
            <pc:sldMk cId="1869875426" sldId="260"/>
            <ac:spMk id="2" creationId="{C73BDDFB-DFEC-7A21-D889-17965A225820}"/>
          </ac:spMkLst>
        </pc:spChg>
      </pc:sldChg>
      <pc:sldChg chg="modSp new mod ord">
        <pc:chgData name="TSP MADHURI" userId="d5baabbced009fe2" providerId="LiveId" clId="{5C1935DC-7BAA-4BFD-8AE9-FAF66D151093}" dt="2026-09-15T10:00:14.865" v="149"/>
        <pc:sldMkLst>
          <pc:docMk/>
          <pc:sldMk cId="3980090555" sldId="261"/>
        </pc:sldMkLst>
        <pc:spChg chg="mod">
          <ac:chgData name="TSP MADHURI" userId="d5baabbced009fe2" providerId="LiveId" clId="{5C1935DC-7BAA-4BFD-8AE9-FAF66D151093}" dt="2026-09-15T10:00:08.859" v="147" actId="20577"/>
          <ac:spMkLst>
            <pc:docMk/>
            <pc:sldMk cId="3980090555" sldId="261"/>
            <ac:spMk id="2" creationId="{54D4AC2B-1702-695F-E0B5-9F6550F04B7D}"/>
          </ac:spMkLst>
        </pc:spChg>
      </pc:sldChg>
      <pc:sldChg chg="modSp new mod">
        <pc:chgData name="TSP MADHURI" userId="d5baabbced009fe2" providerId="LiveId" clId="{5C1935DC-7BAA-4BFD-8AE9-FAF66D151093}" dt="2026-09-15T10:00:56.631" v="184" actId="20577"/>
        <pc:sldMkLst>
          <pc:docMk/>
          <pc:sldMk cId="1396777043" sldId="262"/>
        </pc:sldMkLst>
        <pc:spChg chg="mod">
          <ac:chgData name="TSP MADHURI" userId="d5baabbced009fe2" providerId="LiveId" clId="{5C1935DC-7BAA-4BFD-8AE9-FAF66D151093}" dt="2026-09-15T10:00:56.631" v="184" actId="20577"/>
          <ac:spMkLst>
            <pc:docMk/>
            <pc:sldMk cId="1396777043" sldId="262"/>
            <ac:spMk id="2" creationId="{BDCEF2EB-DC8E-A39F-8C45-4CB81854799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27AFC0-00B8-4117-895C-3E834B171036}" type="datetimeFigureOut">
              <a:rPr lang="en-IN" smtClean="0"/>
              <a:t>15-10-2026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3476CA-421D-4B57-8942-5762D93F1A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4164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5F3B8-DDEB-3931-BD30-FCDF92768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0E52B7-3612-C42C-E3C4-1568700ED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2A539-9977-5E0E-CDC1-067BB186F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549C3-E12B-4CC2-9FA1-D4C0643B7241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91C38-BEF3-AA2E-ACFE-DCF1543BE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CB7FA-8196-F586-E960-B5BAE429F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B3F1FD-0147-797C-0ED6-E694A2BD624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59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259C4-DC4A-CF70-25D2-F39535A1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6C27E-0A06-D409-8884-852E74A294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7AC31F-7BFD-CA38-00A7-A2FD01A0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E2E10-B9C9-4696-8C2C-567691D9BBFD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415AD4-5B3F-78FD-DE66-C3F50AC63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0549F-8592-A2F0-A7A6-A1C45E9E6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81CCB4-DDFA-058A-AE03-5A3CFCA9F8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15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EAB08-E23E-771E-1FDE-DC7851594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036FC1-1DB6-A8A4-C315-834C3FFCF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565D3F-93C4-BE6A-B0D8-5AFF3E69A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BF378-8F16-492D-87B3-963C20ACF441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12169B-9903-41C3-CC1A-A773A925D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CC6B5-6988-9DF9-8223-C5EB677C9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E3DABBD-F85F-360C-A546-D5E0B92597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256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988FF-7E75-1B89-7C11-7B6C180BD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E0077-B676-7850-AAD4-77689FB5B4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E4118E-9650-EED0-1592-D4AD00CF46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DD1BDD-D86C-6A53-CEF7-1AEC9AB1A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79781E-9150-4561-9F7C-01394C55C5AE}" type="datetime1">
              <a:rPr lang="en-IN" smtClean="0"/>
              <a:t>15-10-2026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B15FF2-A4C5-135F-9FA1-A00A6BF9A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2FB8AA-FC6D-B278-7FFF-C52EF4307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064E1C-D746-419C-5FE6-033B95CAC3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261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CC900-8F42-8A20-E378-434465ED2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DB5D6-6D80-913C-77A3-83E1C2757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D7E712-FB4A-DBE7-7EE8-B34465C755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FC7C92-E667-0F30-6C26-267F10CBC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31715A-AF86-785C-73F2-00FF9D5D32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01D6D5-269C-31AC-CC40-917E0E246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12896-961F-4F7A-B2DD-D0EFF57BA027}" type="datetime1">
              <a:rPr lang="en-IN" smtClean="0"/>
              <a:t>15-10-2026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0DFF97-DB90-A3DC-1A5F-E041ABA4F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DFEC1F-4C0D-B461-B76D-FAFE7A86B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D765FD-6DB7-1155-27BC-BD0DB452993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133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9FB57-0CBB-0AA3-9BF0-2ED233797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2CE64-C359-3445-7AB9-29DE8577C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F51132-6BA4-40BC-AB03-D6B9C4F193FC}" type="datetime1">
              <a:rPr lang="en-IN" smtClean="0"/>
              <a:t>15-10-2026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63F73F-0420-C605-3EFF-74CBBE1B7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6EE44D-529C-1AC9-123B-7EBF53FA6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A6640D-01A3-9B0C-80EF-F10DE422076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580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479728-5FED-202E-6651-A7474C32A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85D5E-B9E5-4C7E-88B1-43A66A7C3488}" type="datetime1">
              <a:rPr lang="en-IN" smtClean="0"/>
              <a:t>15-10-2026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F6D777-ECC4-1DAB-81FF-7D7AF3FF3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56A1D-0096-D4B4-2B11-1CDFE3317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60B416-1EF4-3CD6-8E26-DC636E7B37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129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E5010-2418-091A-429D-37E400ABA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91DC8-3F06-BF0E-8109-8C1FEDEAD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544A7E-4423-60E2-E6E9-AAF09976D0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3B07B-D8E2-C0AA-F7E4-545DF9791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E2A2-8283-469E-B4A1-D6877668ECFE}" type="datetime1">
              <a:rPr lang="en-IN" smtClean="0"/>
              <a:t>15-10-2026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FB3DF0-CC05-0B05-24D9-6663B5E11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AB53E2-0205-A987-5D45-0DFC51D89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E6F4A6A-FE20-C82E-95DD-FA2A5FCB0B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276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B7E51-2E25-5BFC-2696-794A224B6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F9DC63-25C2-8B4F-3683-6B0A9BC756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EBA80-D1E6-9786-229E-B9B70D9BD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0DED29-F47E-2534-AFB4-003A8091A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0A723-EDD4-4822-84BE-4B7F697B4E56}" type="datetime1">
              <a:rPr lang="en-IN" smtClean="0"/>
              <a:t>15-10-2026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E6DE89-3F60-1B9B-0597-F389CAA72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0B78F6-7EC0-BF15-5CA1-F0159D796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8256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38785-1FEB-0757-FEC8-6AA1CB86C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D94473-1718-0D76-22B7-33E82D611F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9B1E2-29EC-2F2E-B362-55E80C4D0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48764-2CC6-431B-B501-1DF197EE73CC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6D9E9-31F7-01F5-C19A-438C40773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EE1B4F-5C80-EFB0-BA9F-8F17B8444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2412BD-D800-391F-9FB6-159E83E7478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5" y="-164593"/>
            <a:ext cx="1215279" cy="112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6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C43F02-0084-480F-2BA3-75A1C0102C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B22D9D-B106-6765-76CF-C9843EC19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A262E0-081B-BE3A-F92B-73DE583ED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EEFFA-3959-41FE-A774-B9B27FD8983C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69D4DC-613B-8105-F661-A37BB2AD0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246AAE-21DC-2AE1-CF07-91F73A4DF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3544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948038-F901-EAD1-D5DB-03603E896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E2A14-F9FA-9B0B-5AA7-D785E09BA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E56813-B660-C26F-CFEF-AF22C547FC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0F4BF4-0D93-4F1E-82BB-778F1EDDD45F}" type="datetime1">
              <a:rPr lang="en-IN" smtClean="0"/>
              <a:t>15-10-2026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B697EB-16D9-74E1-1448-0CDC280711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42DC9-4178-3222-F3F2-C5EC792CA7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12AB6-14AF-4351-87AD-D420B05274E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34814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0CCFF-527E-4AC9-A45F-A8196F49E0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000" b="1" dirty="0">
                <a:solidFill>
                  <a:srgbClr val="142B48"/>
                </a:solidFill>
              </a:rPr>
              <a:t>MULTI-LEVEL PARKING LOT MANAGER</a:t>
            </a:r>
          </a:p>
          <a:p>
            <a:r>
              <a:rPr sz="3000" b="1" dirty="0">
                <a:solidFill>
                  <a:srgbClr val="142B48"/>
                </a:solidFill>
              </a:rPr>
              <a:t>Team No: </a:t>
            </a:r>
            <a:r>
              <a:rPr lang="en-IN" sz="3000" b="1" dirty="0">
                <a:solidFill>
                  <a:srgbClr val="142B48"/>
                </a:solidFill>
              </a:rPr>
              <a:t>18</a:t>
            </a:r>
            <a:endParaRPr sz="3000" b="1" dirty="0">
              <a:solidFill>
                <a:srgbClr val="142B48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2AC95-AA7D-A76A-037F-6B2DB5A27E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200" dirty="0">
                <a:solidFill>
                  <a:srgbClr val="2D3741"/>
                </a:solidFill>
              </a:rPr>
              <a:t>Anagha N K    2620030244</a:t>
            </a:r>
          </a:p>
          <a:p>
            <a:r>
              <a:rPr sz="2200" dirty="0">
                <a:solidFill>
                  <a:srgbClr val="2D3741"/>
                </a:solidFill>
              </a:rPr>
              <a:t>Nandhini </a:t>
            </a:r>
            <a:r>
              <a:rPr sz="2200" dirty="0" err="1">
                <a:solidFill>
                  <a:srgbClr val="2D3741"/>
                </a:solidFill>
              </a:rPr>
              <a:t>Saikam</a:t>
            </a:r>
            <a:r>
              <a:rPr sz="2200" dirty="0">
                <a:solidFill>
                  <a:srgbClr val="2D3741"/>
                </a:solidFill>
              </a:rPr>
              <a:t>    2620030347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7EDCEF-417A-3750-BB67-C2592E7FA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750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71AF3-F02C-0F4C-0929-57F8B7535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Abstract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9CFF38-D9B5-1B3E-0EC5-08CA2C213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2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D3741"/>
                </a:solidFill>
              </a:defRPr>
            </a:pPr>
            <a:r>
              <a:t>The Multi-Level Parking Lot Manager is a menu-driven Java program that helps manage vehicle parking across multiple levels. The model contains 3 levels with 5 slots per level. Users can park a vehicle, view available and occupied slots, search vehicle details, and remove a vehicle when it leaves. Java fundamentals, control flow, methods, arrays, classes, strings, file handling, collections, and streams are connected to the six course modules.</a:t>
            </a:r>
          </a:p>
        </p:txBody>
      </p:sp>
    </p:spTree>
    <p:extLst>
      <p:ext uri="{BB962C8B-B14F-4D97-AF65-F5344CB8AC3E}">
        <p14:creationId xmlns:p14="http://schemas.microsoft.com/office/powerpoint/2010/main" val="6763380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4AC2B-1702-695F-E0B5-9F6550F04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Understanding Problem Statement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61277-3D40-ACA2-AEC9-E9A0E9DC1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3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Problem: manually tracking vehicles and free spaces across several parking levels can be confusing.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Objective: represent parking spaces clearly and update their status whenever a vehicle enters or leaves.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Inputs: menu choice, vehicle number, vehicle type, level and slot selection.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Processing: validate input, check availability, store vehicle details, search records and update the parking layout.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Output: parking confirmation, occupied/free slot status, search result or a helpful error message.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Assumption: 3 levels × 5 slots = 15 parking spaces.</a:t>
            </a:r>
          </a:p>
        </p:txBody>
      </p:sp>
    </p:spTree>
    <p:extLst>
      <p:ext uri="{BB962C8B-B14F-4D97-AF65-F5344CB8AC3E}">
        <p14:creationId xmlns:p14="http://schemas.microsoft.com/office/powerpoint/2010/main" val="3980090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54CC5-4FD5-611A-4481-E878E281E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CO 1 — From Problem to Program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33CBD-9819-BA1C-8720-D89215B1A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4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Computational thinking: split the task into Park, Remove, Display and Search operations.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Algorithm: read the user choice → validate it → perform the selected operation → display the result.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Java structure: class declaration, main() method and statements.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Variables and data types: int for level/slot, String for vehicle number/type, boolean for slot status.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Operators: arithmetic for slot indexing; relational/logical operators for validation.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Console I/O: Scanner reads menu choices and vehicle details; println() displays results.</a:t>
            </a:r>
          </a:p>
        </p:txBody>
      </p:sp>
    </p:spTree>
    <p:extLst>
      <p:ext uri="{BB962C8B-B14F-4D97-AF65-F5344CB8AC3E}">
        <p14:creationId xmlns:p14="http://schemas.microsoft.com/office/powerpoint/2010/main" val="4104242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4FDF4-A21D-11D6-CA7A-382058E2F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CO 2 — Control Flow: Selection &amp; Iteration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2284BF-AE73-C39E-0CCD-CD938FF84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5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Menu-driven selection uses switch to choose Park, Remove, Display, Search or Exit.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if / if-else checks whether a level and slot are valid and whether a slot is free.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for loops visit each level and slot when displaying the parking layout.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Nested loops represent the 2D parking structure: 3 levels and 5 slots per level.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while / do-while can keep the menu running until the user selects Exit.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break ends a menu case; continue can skip invalid or already occupied slots.</a:t>
            </a:r>
          </a:p>
        </p:txBody>
      </p:sp>
    </p:spTree>
    <p:extLst>
      <p:ext uri="{BB962C8B-B14F-4D97-AF65-F5344CB8AC3E}">
        <p14:creationId xmlns:p14="http://schemas.microsoft.com/office/powerpoint/2010/main" val="4178111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BDDFB-DFEC-7A21-D889-17965A225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CO 3 — Methods, Recursion &amp; Arrays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DE39BA-552D-5E87-9C16-8B5724296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6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2D array: int[][] parking = new int[3][5] stores slot status (0 = free, 1 = occupied).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Object array: Vehicle[][] vehicles stores vehicle details for each level and slot.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Methods: parkVehicle(), removeVehicle(), displayParking() and searchVehicle() keep tasks modular.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Array traversal checks every slot; counting gives the total number of free spaces.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Searching compares a vehicle number against stored records.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The project uses iterative processing; recursion is not required for the current parking workflow.</a:t>
            </a:r>
          </a:p>
        </p:txBody>
      </p:sp>
    </p:spTree>
    <p:extLst>
      <p:ext uri="{BB962C8B-B14F-4D97-AF65-F5344CB8AC3E}">
        <p14:creationId xmlns:p14="http://schemas.microsoft.com/office/powerpoint/2010/main" val="1869875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E591A-E528-51A2-6477-BF5075B32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CO 4 — Object-Oriented Design &amp; Exceptions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53250B-C6BE-E742-A34D-6B496E77E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7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Vehicle class models a vehicle using fields such as vehicleNumber, vehicleType, level, slot and hours.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ParkingManager class manages the parking arrays and operations.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Constructors initialize vehicle details; this refers to the current object.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Encapsulation: keep fields private and access them through methods where appropriate.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Method overriding / interfaces can be added for different vehicle categories if needed.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try-catch handles invalid numeric input; validation prevents invalid levels, slots and duplicate parking.</a:t>
            </a:r>
          </a:p>
        </p:txBody>
      </p:sp>
    </p:spTree>
    <p:extLst>
      <p:ext uri="{BB962C8B-B14F-4D97-AF65-F5344CB8AC3E}">
        <p14:creationId xmlns:p14="http://schemas.microsoft.com/office/powerpoint/2010/main" val="20349745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4DDC3-4D1F-21CF-55F4-04AC539E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CO 5 — Strings, Algorithms &amp; File I/O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2EFFB7-2020-7F21-31F3-A08A79B5E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8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String stores vehicle numbers and types; trim() removes extra spaces and equalsIgnoreCase() compares types.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Validation checks that the vehicle number is not empty before parking.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Searching scans stored vehicles to find a matching vehicle number.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Arrays.sort() or Comparator can be used to order vehicle numbers for a report.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File I/O extension: save parking records to a text file and load them when the program starts.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try-with-resources helps close file readers and writers safely.</a:t>
            </a:r>
          </a:p>
        </p:txBody>
      </p:sp>
    </p:spTree>
    <p:extLst>
      <p:ext uri="{BB962C8B-B14F-4D97-AF65-F5344CB8AC3E}">
        <p14:creationId xmlns:p14="http://schemas.microsoft.com/office/powerpoint/2010/main" val="2377368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7C36F-68C1-38D5-BFA7-072938C7F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CO 6 — Collections, Lambdas &amp; Streams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618D2-09FF-1F94-1B2A-BA5BD90DF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9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ArrayList&lt;Vehicle&gt; can hold a flexible list of parked vehicles for reporting.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HashMap&lt;String, Vehicle&gt; can map each vehicle number to its vehicle record for quick lookup.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HashSet&lt;String&gt; can help detect duplicate vehicle numbers.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for-each loops can iterate through all parked vehicles.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Streams can filter vehicles by type, sort records, count parked vehicles and generate summaries.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Example: vehicles.stream().filter(v -&gt; v.getVehicleType().equalsIgnoreCase("Car")).count()</a:t>
            </a:r>
          </a:p>
        </p:txBody>
      </p:sp>
    </p:spTree>
    <p:extLst>
      <p:ext uri="{BB962C8B-B14F-4D97-AF65-F5344CB8AC3E}">
        <p14:creationId xmlns:p14="http://schemas.microsoft.com/office/powerpoint/2010/main" val="707117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AD3A7-F925-7472-F39D-15B33FC20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Conclusion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92BF1E-562C-F1F9-8BD5-71BDFB343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10</a:t>
            </a:fld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10149840" cy="4434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The project applies Java to a familiar real-world parking problem.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A 2D array models the levels and slots, while classes represent vehicles and parking operations.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Selection and loops control the menu and validate parking actions.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Methods make the program easier to read, test and maintain.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Strings, file I/O, collections and streams provide clear pathways for storing and reporting parking data.</a:t>
            </a:r>
          </a:p>
          <a:p>
            <a:pPr>
              <a:spcAft>
                <a:spcPts val="1000"/>
              </a:spcAft>
              <a:defRPr sz="1800">
                <a:solidFill>
                  <a:srgbClr val="2D3741"/>
                </a:solidFill>
                <a:latin typeface="Aptos"/>
              </a:defRPr>
            </a:pPr>
            <a:r>
              <a:t>Future improvements: graphical interface, real-time sensors, ticket generation and fee calculation.</a:t>
            </a:r>
          </a:p>
        </p:txBody>
      </p:sp>
    </p:spTree>
    <p:extLst>
      <p:ext uri="{BB962C8B-B14F-4D97-AF65-F5344CB8AC3E}">
        <p14:creationId xmlns:p14="http://schemas.microsoft.com/office/powerpoint/2010/main" val="1744964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77661-8074-79B2-B035-E36DFB309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 dirty="0">
                <a:latin typeface="Aptos Display"/>
              </a:rPr>
              <a:t>Screen Shots</a:t>
            </a:r>
            <a:r>
              <a:rPr lang="en-IN" sz="3000" b="1" dirty="0">
                <a:latin typeface="Aptos Display"/>
              </a:rPr>
              <a:t>:</a:t>
            </a:r>
            <a:endParaRPr sz="3000" b="1" dirty="0">
              <a:latin typeface="Aptos Display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B251AB-4887-6558-97BB-1B1D91803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11</a:t>
            </a:fld>
            <a:endParaRPr lang="en-IN"/>
          </a:p>
        </p:txBody>
      </p:sp>
      <p:pic>
        <p:nvPicPr>
          <p:cNvPr id="6" name="Picture 5" descr="parking_code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17320"/>
            <a:ext cx="5486400" cy="3063240"/>
          </a:xfrm>
          <a:prstGeom prst="rect">
            <a:avLst/>
          </a:prstGeom>
        </p:spPr>
      </p:pic>
      <p:pic>
        <p:nvPicPr>
          <p:cNvPr id="7" name="Picture 6" descr="parking_output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17320"/>
            <a:ext cx="5349240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4553712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008791"/>
                </a:solidFill>
              </a:rPr>
              <a:t>Code structure: Vehicle class, arrays and traversal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4553712"/>
            <a:ext cx="5349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008791"/>
                </a:solidFill>
              </a:rPr>
              <a:t>Sample output: parking status and confirmation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66360"/>
            <a:ext cx="10149840" cy="731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2D3741"/>
                </a:solidFill>
              </a:defRPr>
            </a:pPr>
            <a:r>
              <a:t>Note: replace these illustrative screenshots with screenshots captured from your final compiled and tested Java program before submission.</a:t>
            </a:r>
          </a:p>
        </p:txBody>
      </p:sp>
    </p:spTree>
    <p:extLst>
      <p:ext uri="{BB962C8B-B14F-4D97-AF65-F5344CB8AC3E}">
        <p14:creationId xmlns:p14="http://schemas.microsoft.com/office/powerpoint/2010/main" val="2015298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EF2EB-DC8E-A39F-8C45-4CB818547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latin typeface="Aptos Display"/>
              </a:rPr>
              <a:t>Geo-Tag Photo &amp; GitHub Link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CFBAF-EF7C-CF04-7D6A-23B99B45B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012AB6-14AF-4351-87AD-D420B05274E1}" type="slidenum">
              <a:rPr lang="en-IN" smtClean="0"/>
              <a:t>12</a:t>
            </a:fld>
            <a:endParaRPr lang="en-IN"/>
          </a:p>
        </p:txBody>
      </p:sp>
      <p:sp>
        <p:nvSpPr>
          <p:cNvPr id="7" name="Rectangle 6"/>
          <p:cNvSpPr/>
          <p:nvPr/>
        </p:nvSpPr>
        <p:spPr>
          <a:xfrm>
            <a:off x="3300443" y="2828063"/>
            <a:ext cx="4942676" cy="3078667"/>
          </a:xfrm>
          <a:prstGeom prst="rect">
            <a:avLst/>
          </a:prstGeom>
          <a:solidFill>
            <a:srgbClr val="F0F5F8"/>
          </a:solidFill>
          <a:ln>
            <a:solidFill>
              <a:srgbClr val="008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 b="1" dirty="0">
              <a:solidFill>
                <a:srgbClr val="142B48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340569" y="1502500"/>
            <a:ext cx="6567457" cy="914400"/>
          </a:xfrm>
          <a:prstGeom prst="rect">
            <a:avLst/>
          </a:prstGeom>
          <a:solidFill>
            <a:srgbClr val="F0F5F8"/>
          </a:solidFill>
          <a:ln>
            <a:solidFill>
              <a:srgbClr val="0087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>
                <a:solidFill>
                  <a:srgbClr val="142B48"/>
                </a:solidFill>
              </a:rPr>
              <a:t>https://github.com/anaghakuruvinkopp/KLH_CSE_PSPJAVA_T18_MLPLM_TEAM</a:t>
            </a:r>
            <a:endParaRPr sz="1400" b="1" dirty="0">
              <a:solidFill>
                <a:srgbClr val="142B4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6777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966</Words>
  <Application>Microsoft Office PowerPoint</Application>
  <PresentationFormat>Widescreen</PresentationFormat>
  <Paragraphs>80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MULTI-LEVEL PARKING LOT MANAGER Team No: 18</vt:lpstr>
      <vt:lpstr>Abstract</vt:lpstr>
      <vt:lpstr>Understanding Problem Statement</vt:lpstr>
      <vt:lpstr>CO 1 — From Problem to Program</vt:lpstr>
      <vt:lpstr>CO 2 — Control Flow: Selection &amp; Iteration</vt:lpstr>
      <vt:lpstr>CO 3 — Methods, Recursion &amp; Arrays</vt:lpstr>
      <vt:lpstr>CO 4 — Object-Oriented Design &amp; Exceptions</vt:lpstr>
      <vt:lpstr>CO 5 — Strings, Algorithms &amp; File I/O</vt:lpstr>
      <vt:lpstr>CO 6 — Collections, Lambdas &amp; Streams</vt:lpstr>
      <vt:lpstr>Conclusion</vt:lpstr>
      <vt:lpstr>Screen Shots:</vt:lpstr>
      <vt:lpstr>Geo-Tag Photo &amp; GitHub Link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TSP MADHURI</dc:creator>
  <cp:lastModifiedBy>Anagha Kuruvinkopp</cp:lastModifiedBy>
  <cp:revision>5</cp:revision>
  <dcterms:created xsi:type="dcterms:W3CDTF">2026-09-15T09:57:10Z</dcterms:created>
  <dcterms:modified xsi:type="dcterms:W3CDTF">2026-10-15T14:12:53Z</dcterms:modified>
</cp:coreProperties>
</file>